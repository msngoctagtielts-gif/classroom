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017520"/>
            <a:ext cx="201168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74520"/>
            <a:ext cx="1109441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Hello!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3246120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C9A22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Kid's Box Starter  ·  Unit 1  ·  Buổi 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367588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 Kids 5–6 tuổi  ·  45 phút  ·  Ms.Ngọc Elite English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515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2A4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Today I can…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246120" y="242316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38100">
            <a:solidFill>
              <a:srgbClr val="0F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69080" y="2423160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2A4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say hello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3246120" y="34747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38100">
            <a:solidFill>
              <a:srgbClr val="0F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69080" y="3474720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2A4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say my name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Ms.Ngọc Elite English</a:t>
            </a:r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·   </a:t>
            </a:r>
            <a:pPr algn="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2A4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STAGE 1 · HELLO SONG · 4 PHÚT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2A4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Sing with me!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dirty="0">
                <a:solidFill>
                  <a:srgbClr val="000000"/>
                </a:solidFill>
              </a:rPr>
              <a:t>🎵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822960" y="3749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[AUDIO: Unit 1 — track số __]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0" y="1143000"/>
            <a:ext cx="51206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25400">
            <a:solidFill>
              <a:srgbClr val="C9A227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400800" y="2926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[ẢNH: nhân vật Unit 1 đang vẫy tay]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Ms.Ngọc Elite English</a:t>
            </a:r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·   </a:t>
            </a:r>
            <a:pPr algn="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2A4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STAGE 2 · PUPPET HELLO · 4 PHÚT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2A4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Say hello to Teddy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Teddy is shy. Help him!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0" y="1143000"/>
            <a:ext cx="51206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25400">
            <a:solidFill>
              <a:srgbClr val="C9A227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400800" y="2926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[ẢNH: con rối / thú bông của cô]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Ms.Ngọc Elite English</a:t>
            </a:r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·   </a:t>
            </a:r>
            <a:pPr algn="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2A4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STAGE 3 · LISTEN AND POINT · 6 PHÚT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2A4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Listen and point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1051560" y="1920240"/>
            <a:ext cx="2286000" cy="256032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25400">
            <a:solidFill>
              <a:srgbClr val="C9A227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1051560" y="2971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[ẢNH: nhân vật 1]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0" y="1920240"/>
            <a:ext cx="2286000" cy="256032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25400">
            <a:solidFill>
              <a:srgbClr val="C9A227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657600" y="2971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[ẢNH: nhân vật 2]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63640" y="1920240"/>
            <a:ext cx="2286000" cy="256032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25400">
            <a:solidFill>
              <a:srgbClr val="C9A227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263640" y="2971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[ẢNH: nhân vật 3]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869680" y="1920240"/>
            <a:ext cx="2286000" cy="256032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25400">
            <a:solidFill>
              <a:srgbClr val="C9A227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8869680" y="2971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[ẢNH: nhân vật 4]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" y="4892040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[AUDIO: Listen and point — track số __]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Ms.Ngọc Elite English</a:t>
            </a:r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·   </a:t>
            </a:r>
            <a:pPr algn="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2A4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STAGE 3 · MẪU CÂU 1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5486400" cy="1737360"/>
          </a:xfrm>
          <a:prstGeom prst="roundRect">
            <a:avLst>
              <a:gd name="adj" fmla="val 8421"/>
            </a:avLst>
          </a:prstGeom>
          <a:solidFill>
            <a:srgbClr val="0F2A4A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14884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Hello!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6492240" y="1280160"/>
            <a:ext cx="502920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25400">
            <a:solidFill>
              <a:srgbClr val="C9A227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492240" y="30175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[ẢNH: bé vẫy tay chào]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Ms.Ngọc Elite English</a:t>
            </a:r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·   </a:t>
            </a:r>
            <a:pPr algn="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2A4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STAGE 3 · MẪU CÂU 2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5486400" cy="1737360"/>
          </a:xfrm>
          <a:prstGeom prst="roundRect">
            <a:avLst>
              <a:gd name="adj" fmla="val 8421"/>
            </a:avLst>
          </a:prstGeom>
          <a:solidFill>
            <a:srgbClr val="0F2A4A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14884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I'm </a:t>
            </a:r>
            <a:pPr indent="0" marL="0">
              <a:buNone/>
            </a:pPr>
            <a:r>
              <a:rPr lang="en-US" sz="4400" b="1" dirty="0">
                <a:solidFill>
                  <a:srgbClr val="C9A22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________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6492240" y="1280160"/>
            <a:ext cx="502920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25400">
            <a:solidFill>
              <a:srgbClr val="C9A227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492240" y="30175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[ẢNH: nhân vật tự giới thiệu]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Ms.Ngọc Elite English</a:t>
            </a:r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·   </a:t>
            </a:r>
            <a:pPr algn="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7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377440"/>
            <a:ext cx="121916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C9A2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WAVE!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0" y="402336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Stand up  ·  Wave  ·  Say hello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2A4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STAGE 5 · NAME CIRCLE · 6 PHÚT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2A4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Catch the ball!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108960" y="2331720"/>
            <a:ext cx="5943600" cy="1371600"/>
          </a:xfrm>
          <a:prstGeom prst="roundRect">
            <a:avLst>
              <a:gd name="adj" fmla="val 10667"/>
            </a:avLst>
          </a:prstGeom>
          <a:solidFill>
            <a:srgbClr val="0F2A4A"/>
          </a:solidFill>
          <a:ln/>
        </p:spPr>
      </p:sp>
      <p:sp>
        <p:nvSpPr>
          <p:cNvPr id="6" name="Text 4"/>
          <p:cNvSpPr/>
          <p:nvPr/>
        </p:nvSpPr>
        <p:spPr>
          <a:xfrm>
            <a:off x="3291840" y="2331720"/>
            <a:ext cx="5577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Hello! I'm </a:t>
            </a:r>
            <a:pPr algn="ctr" indent="0" marL="0">
              <a:buNone/>
            </a:pPr>
            <a:r>
              <a:rPr lang="en-US" sz="4400" b="1" dirty="0">
                <a:solidFill>
                  <a:srgbClr val="C9A22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______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⚽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Ms.Ngọc Elite English</a:t>
            </a:r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·   </a:t>
            </a:r>
            <a:pPr algn="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9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2A4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STAGE 6 · POINT AND SAY · 5 PHÚT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2A4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What is it?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1051560" y="1920240"/>
            <a:ext cx="2286000" cy="256032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25400">
            <a:solidFill>
              <a:srgbClr val="C9A227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1051560" y="2971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[ẢNH: từ 1]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0" y="1920240"/>
            <a:ext cx="2286000" cy="256032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25400">
            <a:solidFill>
              <a:srgbClr val="C9A227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657600" y="2971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[ẢNH: từ 2]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63640" y="1920240"/>
            <a:ext cx="2286000" cy="256032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25400">
            <a:solidFill>
              <a:srgbClr val="C9A227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263640" y="2971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[ẢNH: từ 3]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869680" y="1920240"/>
            <a:ext cx="2286000" cy="256032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25400">
            <a:solidFill>
              <a:srgbClr val="C9A227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8869680" y="2971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[ẢNH: từ 4]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" y="4892040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 chỉ nhanh dần — biến thành trò chơi tốc độ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Ms.Ngọc Elite English</a:t>
            </a:r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·   </a:t>
            </a:r>
            <a:pPr algn="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2A4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STAGE 7 · HIDE AND GUESS · 5 PHÚT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2A4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Guess!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566160" y="2377440"/>
            <a:ext cx="5029200" cy="1371600"/>
          </a:xfrm>
          <a:prstGeom prst="roundRect">
            <a:avLst>
              <a:gd name="adj" fmla="val 10667"/>
            </a:avLst>
          </a:prstGeom>
          <a:solidFill>
            <a:srgbClr val="0F2A4A"/>
          </a:solidFill>
          <a:ln/>
        </p:spPr>
      </p:sp>
      <p:sp>
        <p:nvSpPr>
          <p:cNvPr id="6" name="Text 4"/>
          <p:cNvSpPr/>
          <p:nvPr/>
        </p:nvSpPr>
        <p:spPr>
          <a:xfrm>
            <a:off x="3749040" y="237744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Is it </a:t>
            </a:r>
            <a:pPr algn="ctr" indent="0" marL="0">
              <a:buNone/>
            </a:pPr>
            <a:r>
              <a:rPr lang="en-US" sz="4400" b="1" dirty="0">
                <a:solidFill>
                  <a:srgbClr val="C9A22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______</a:t>
            </a:r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?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402336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🙈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Ms.Ngọc Elite English</a:t>
            </a:r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·   </a:t>
            </a:r>
            <a:pPr algn="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11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10312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0F2A4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0312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spc="200" kern="0" dirty="0">
                <a:solidFill>
                  <a:srgbClr val="C9A22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YOUR TASK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0" y="141732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2A4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754880" y="141732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Look at the friend.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0" y="246888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2A4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754880" y="246888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Say hello.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0" y="352044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2A4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754880" y="352044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Say your name.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9631375" y="4892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7B223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⏱ 5 phút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Ms.Ngọc Elite English</a:t>
            </a:r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·   </a:t>
            </a:r>
            <a:pPr algn="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12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77240"/>
            <a:ext cx="12191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2A4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Meet my three friends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234440" y="1965960"/>
            <a:ext cx="2926080" cy="32918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25400">
            <a:solidFill>
              <a:srgbClr val="C9A227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1234440" y="3383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[ẢNH: bạn 1]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617720" y="1965960"/>
            <a:ext cx="2926080" cy="32918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25400">
            <a:solidFill>
              <a:srgbClr val="C9A227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617720" y="3383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[ẢNH: bạn 2]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001000" y="1965960"/>
            <a:ext cx="2926080" cy="32918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25400">
            <a:solidFill>
              <a:srgbClr val="C9A227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8001000" y="3383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[ẢNH: bạn 3]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2A4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If you forget…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2377440" y="2011680"/>
            <a:ext cx="7406640" cy="2926080"/>
          </a:xfrm>
          <a:prstGeom prst="roundRect">
            <a:avLst>
              <a:gd name="adj" fmla="val 5625"/>
            </a:avLst>
          </a:prstGeom>
          <a:solidFill>
            <a:srgbClr val="F5F2EA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0" y="233172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Hello!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0" y="320040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I'm ______.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0" y="406908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Again, please.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Ms.Ngọc Elite English</a:t>
            </a:r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·   </a:t>
            </a:r>
            <a:pPr algn="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14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2A4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Say it again, better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97280" y="1874520"/>
            <a:ext cx="9997135" cy="3108960"/>
          </a:xfrm>
          <a:prstGeom prst="roundRect">
            <a:avLst>
              <a:gd name="adj" fmla="val 4118"/>
            </a:avLst>
          </a:prstGeom>
          <a:solidFill>
            <a:srgbClr val="F5F2EA"/>
          </a:solidFill>
          <a:ln w="25400">
            <a:solidFill>
              <a:srgbClr val="0F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315468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[Cô gõ trực tiếp câu cần sửa vào đây — KHÔNG ghi tên bé]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Ms.Ngọc Elite English</a:t>
            </a:r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·   </a:t>
            </a:r>
            <a:pPr algn="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15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37744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7B223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7744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spc="100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HOMEWORK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0" y="137160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Hát lại bài Unit 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114800" y="187452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 lần  ·  5 phút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0" y="260604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Quay video 15 giây: chào 3 người trong nhà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114800" y="31089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 Zalo lớp  ·  5 phút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0" y="384048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Tô màu flashcard bé thích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114800" y="43434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Mang khoe buổi sau  ·  5 phút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Ms.Ngọc Elite English</a:t>
            </a:r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·   </a:t>
            </a:r>
            <a:pPr algn="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16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51460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Ms.Ngọc Elite English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5090008" y="3520440"/>
            <a:ext cx="2011680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379476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C9A22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Thấu hiểu để dẫn lối.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Ms.Ngọc Elite English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Kid's Box Starter · Unit 1 Hello! · Buổi 1</dc:title>
  <dc:subject>PptxGenJS Presentation</dc:subject>
  <dc:creator>Ms.Ngọc Elite English</dc:creator>
  <cp:lastModifiedBy>Ms.Ngọc Elite English</cp:lastModifiedBy>
  <cp:revision>1</cp:revision>
  <dcterms:created xsi:type="dcterms:W3CDTF">2026-09-22T07:01:25Z</dcterms:created>
  <dcterms:modified xsi:type="dcterms:W3CDTF">2026-09-22T07:01:25Z</dcterms:modified>
</cp:coreProperties>
</file>