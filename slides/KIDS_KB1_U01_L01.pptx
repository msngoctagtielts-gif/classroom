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0"/>
            <a:ext cx="20116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Hello!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Kid's Box 1  ·  Unit 1  ·  Lesson 1  ·  tr.4–5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6758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 Kids 5.5–6 tuổi  ·  45 phút  ·  Ms.Ngọc Elite English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Today I can…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46120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8100">
            <a:solidFill>
              <a:srgbClr val="0F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0" y="2423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hello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46120" y="3474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81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0" y="34747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my name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SOUND START · 5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Listen and say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26868" y="1920240"/>
            <a:ext cx="31089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26868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chữ A + ảnh từ bắt đầu bằng /æ/]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55868" y="1920240"/>
            <a:ext cx="31089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55868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chữ B + ảnh từ bắt đầu bằng /b/]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 đọc âm, bé nhắc lại và làm động tác miệng. Chưa yêu cầu bé đọc chữ.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1 · HELLO SONG · 4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 with me!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🎵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[SÁCH — track Unit 1 Lesson 1, số __]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Unit 1 đang vẫy tay]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2 · LISTEN AND POINT · 6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Listen and point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4378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4378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tr.4] nhân vật 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4982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4982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tr.4] nhân vật 2]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5586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5586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tr.5] nhân vật 3]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190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86190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tr.5] nhân vật 4]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[SÁCH — track "Listen and point", số __]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3 · MẪU CÂU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173736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bé vẫy tay chào]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3 · MẪU CÂU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173736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I'm </a:t>
            </a:r>
            <a:pPr algn="l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________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tự giới thiệu]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A2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WAVE!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 up  ·  Wave  ·  Say hello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5 · NAME CIRCLE · 6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Catch the ball!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108960" y="2331720"/>
            <a:ext cx="5943600" cy="13716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2331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 I'm </a:t>
            </a:r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⚽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6 · POINT AND SAY · 5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 is it?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4378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4378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tr.4] từ 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4982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4982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tr.4] từ 2]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5586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5586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tr.5] từ 3]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1908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861908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[SÁCH tr.5] từ 4]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 chỉ nhanh dần — biến thành trò chơi tốc độ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7 · HIDE AND GUESS · 5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Guess!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108960" y="2331720"/>
            <a:ext cx="5943600" cy="13716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2331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 it </a:t>
            </a:r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🙈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031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F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YOUR TASK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1417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Look at the friend.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0" y="24688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hello.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0" y="3520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35204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your name.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31375" y="4892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B2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⏱ 5 phút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Meet my three friends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40968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40968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1]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32808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32808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24648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924648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3]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you forget…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377440" y="2011680"/>
            <a:ext cx="7406640" cy="2926080"/>
          </a:xfrm>
          <a:prstGeom prst="roundRect">
            <a:avLst>
              <a:gd name="adj" fmla="val 5625"/>
            </a:avLst>
          </a:prstGeom>
          <a:solidFill>
            <a:srgbClr val="F5F2E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3200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I'm ______.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40690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Again, please.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Say it again, better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9997135" cy="3108960"/>
          </a:xfrm>
          <a:prstGeom prst="roundRect">
            <a:avLst>
              <a:gd name="adj" fmla="val 4118"/>
            </a:avLst>
          </a:prstGeom>
          <a:solidFill>
            <a:srgbClr val="F5F2EA"/>
          </a:solidFill>
          <a:ln w="25400">
            <a:solidFill>
              <a:srgbClr val="0F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546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[Cô gõ trực tiếp câu cần sửa vào đây — KHÔNG ghi tên bé]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77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7B22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Hát lại bài Unit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0" y="1874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lần  ·  5 phút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6060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 video 15 giây: chào 3 người trong nhà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0" y="3108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 Zalo lớp  ·  5 phút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3840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 màu chữ A và 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4343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 khoe buổi sau  ·  5 phút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Ms.Ngọc Elite English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090008" y="3520440"/>
            <a:ext cx="20116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Thấu hiểu để dẫn lối.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Ms.Ngọc Elite English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Kid's Box 1 · Unit 1 · Lesson 1 (tr.4–5)</dc:title>
  <dc:subject>PptxGenJS Presentation</dc:subject>
  <dc:creator>Ms.Ngọc Elite English</dc:creator>
  <cp:lastModifiedBy>Ms.Ngọc Elite English</cp:lastModifiedBy>
  <cp:revision>1</cp:revision>
  <dcterms:created xsi:type="dcterms:W3CDTF">2026-09-22T07:51:58Z</dcterms:created>
  <dcterms:modified xsi:type="dcterms:W3CDTF">2026-09-22T07:51:58Z</dcterms:modified>
</cp:coreProperties>
</file>